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lecki Konrad" initials="SK" lastIdx="1" clrIdx="0">
    <p:extLst>
      <p:ext uri="{19B8F6BF-5375-455C-9EA6-DF929625EA0E}">
        <p15:presenceInfo xmlns:p15="http://schemas.microsoft.com/office/powerpoint/2012/main" userId="S-1-5-21-1535139895-1659071043-154909444-10144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21T14:03:51.847" idx="1">
    <p:pos x="10" y="10"/>
    <p:text>sdfsdf</p:text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7CDB1-4385-405F-A87A-F2F9C3029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B40446-81B9-41FD-8C55-F8642F33F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81685C-9FA6-4AC5-BFED-28D4C36D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823078-86F4-4BAA-B879-7F49850C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7777CE-8485-463F-9F0E-6D1F9235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2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AB32C-3B0D-416F-A83A-0D8D2D30E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AD6DD5-60D7-44FE-9FBC-11561921B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E8B37E-1CA2-4685-A207-040D5CAF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4E9688-9A61-4C92-86F9-9020A134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C7F56C-955B-48F9-AFBC-B98F740A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848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9904E-4E65-4999-9D31-B5D30772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FEF535-6274-4C2B-B250-55784CAC7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3BA55C-DEEB-4AE9-8177-EB01B047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083BF-103D-41D6-B6D5-50E20E51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1A79E8-2B75-45D9-AE33-EB5EFF68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660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5907C-52E6-4F14-8BE9-55BCD42E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1D0B4D-680F-4342-9135-F96626CC6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6D008B8-4A5A-4960-BD67-263C652C9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659EFA-F7E8-4915-84CA-8D022176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09D776-61D0-4514-B57E-EA243982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55CC6D-8902-42A6-AFAE-B284DA71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93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0C472-2039-44D8-B654-E7B8312E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685D32-4DE4-4B05-8AE3-ECEA2DCB5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A57C3-5658-4EC8-87E4-D3C6D48D1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4E253A-3730-423A-8F11-8D3214A18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69B0F6-A2CD-4E53-B946-F74D7EAE6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287E872-1D44-46A6-86A8-5382F6DE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ED9CD9-72BE-4227-A833-85316C23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D504D3C-B2F6-48DD-84A5-3E82D34C6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78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F2E6E9-F932-47A5-A8ED-3B7E2867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EE309E-5049-49DD-82BD-063B2CB2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C3B169-5D94-465B-A4A2-5CFC7B33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326B95-A50C-4E59-9F3B-A54842A1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69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33E60A-83B1-4585-AA7F-A6849330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34473C-B839-48E0-B554-432BAAE3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0496F3-A655-4C37-B1AD-F1056F26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18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645EAE-65F3-4019-B99A-9F8BF55B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42DD97-6750-4D57-987D-947F095C2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7A5B89-2AF0-4F48-A666-B8E3792B9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C272F7-61F6-4E6A-8C2F-A8F780DE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79E35E-A162-497D-B70F-AAA9ECED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5867B1-D0F1-4CF1-932E-BD4BA4F5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115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6E1972-1C13-4A95-AE37-28AF3A51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AC760FB-3540-45C1-9E37-7E21C2FE1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E6C0FD-94A2-4ED8-94EA-3F0489B11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49B381-5074-4DD4-81CA-0AF9DE94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039F1E-39E3-4D7F-9C94-A97A35BC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8C9903-C3A1-4A50-B7A3-F344F22E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47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28D91B-C61F-4FF8-88A7-85415DF3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B6B3FF-268E-4766-BD32-4BA215F21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CE1262-06C2-4219-A1BD-D60CA4F9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14817D-1DDF-4A92-8BAB-16071513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ED7282-455C-4230-91D5-F9B5A89E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44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7E68F4-74A3-41B4-ADB0-2F6531CBA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DCB67B-F0CB-4D7B-B043-6A2200859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E98C6-A5C8-48C3-ABB1-F42AB907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E011BE-3DC5-4AF1-88AE-8770CB46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A3067F-CF56-4A89-96E6-732B4F0C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982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7C9FAE9-842A-4626-BD20-E586CB25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802E78-8F48-493D-8A4A-62B017697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D47A0A-1A96-4142-8494-91775BE6F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51FCD-1F7C-4ED4-88D7-4778CA8691B7}" type="datetimeFigureOut">
              <a:rPr lang="de-DE" smtClean="0"/>
              <a:t>21.02.2025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9F7AF1-26FC-40B8-B5CE-F7854C248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17D751-5B17-445E-86F6-2650841B1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F4DF-D3B9-4D8C-B6B1-FF9AF87DAA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844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14224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8462"/>
            <a:ext cx="9144000" cy="2387600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Dynamisches</a:t>
            </a:r>
            <a:b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</a:br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 Verkehrszeichen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900" y="2838133"/>
            <a:ext cx="9982200" cy="690562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Präsentiert von David Jovanovic, </a:t>
            </a:r>
            <a:r>
              <a:rPr lang="de-DE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Cezar</a:t>
            </a:r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-Andrei Iosif-</a:t>
            </a:r>
            <a:r>
              <a:rPr lang="de-DE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Petrescu</a:t>
            </a:r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, Konrad Solecki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647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A964E70-F02C-4B11-B863-6A0C3FF82E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14" t="21397" r="29651" b="21544"/>
          <a:stretch/>
        </p:blipFill>
        <p:spPr>
          <a:xfrm>
            <a:off x="4686300" y="3854438"/>
            <a:ext cx="2819400" cy="2654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34A53B0-8347-47D7-A2BD-76B7FAD22E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747" y="4451430"/>
            <a:ext cx="964406" cy="9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6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14224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1120"/>
            <a:ext cx="9144000" cy="1019175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INHALTSVERZEICHIS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850" y="1019175"/>
            <a:ext cx="9982200" cy="37433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Einführung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Server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Website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ESP32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Raspberry PI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Fazit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012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A964E70-F02C-4B11-B863-6A0C3FF82E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14" t="21397" r="29651" b="21544"/>
          <a:stretch/>
        </p:blipFill>
        <p:spPr>
          <a:xfrm>
            <a:off x="9972675" y="5016500"/>
            <a:ext cx="1955800" cy="18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34A53B0-8347-47D7-A2BD-76B7FAD22E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522" y="5303839"/>
            <a:ext cx="858836" cy="8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6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14224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019175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EINFÜHRUNG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850" y="1019175"/>
            <a:ext cx="9982200" cy="37433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Was ist es?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Wofür soll das gut sein?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012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E271417-3B39-4FA9-B28A-9EC78E1D3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818" y="2633968"/>
            <a:ext cx="4842263" cy="383376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517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019175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SERVER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5" y="895350"/>
            <a:ext cx="5505450" cy="37433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Flask</a:t>
            </a: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FlaskSocketIO</a:t>
            </a: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 - </a:t>
            </a:r>
            <a:r>
              <a:rPr lang="de-DE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Websockets</a:t>
            </a: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Ngrok</a:t>
            </a: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 (</a:t>
            </a:r>
            <a:r>
              <a:rPr lang="de-DE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libraries</a:t>
            </a: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012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</p:spTree>
    <p:extLst>
      <p:ext uri="{BB962C8B-B14F-4D97-AF65-F5344CB8AC3E}">
        <p14:creationId xmlns:p14="http://schemas.microsoft.com/office/powerpoint/2010/main" val="368530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28448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575"/>
            <a:ext cx="9144000" cy="1019175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WEBSITE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850" y="1019175"/>
            <a:ext cx="9982200" cy="37433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Funktion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Zusammenhang mit Webserver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Auf jedem Gerät kompatibel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012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53DBB4F-2713-4E6E-862F-3468029C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7959" y="413346"/>
            <a:ext cx="3609954" cy="27540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/>
          </a:scene3d>
          <a:sp3d contourW="12700">
            <a:contourClr>
              <a:schemeClr val="accent2">
                <a:lumMod val="75000"/>
              </a:schemeClr>
            </a:contourClr>
          </a:sp3d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B0AD766-2EB0-4B85-870C-F37BFF3CA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94" y="3328042"/>
            <a:ext cx="5810737" cy="3264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/>
          </a:scene3d>
          <a:sp3d contourW="12700">
            <a:contourClr>
              <a:schemeClr val="accent2">
                <a:lumMod val="75000"/>
              </a:schemeClr>
            </a:contourClr>
          </a:sp3d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4F76CAC-20DA-4484-B149-E59FAACFB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0026" y="3429000"/>
            <a:ext cx="3200694" cy="31631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9669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14224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8100"/>
            <a:ext cx="9144000" cy="1019175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ESP32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850" y="1019175"/>
            <a:ext cx="9982200" cy="37433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Kommunikation zwischen dem Monitor und dem Server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VGA Anschluss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Eigene Library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VGA-Image-</a:t>
            </a:r>
            <a:r>
              <a:rPr lang="de-DE" dirty="0" err="1">
                <a:solidFill>
                  <a:schemeClr val="bg1"/>
                </a:solidFill>
                <a:latin typeface="Berlin Sans FB" panose="020E0602020502020306" pitchFamily="34" charset="0"/>
              </a:rPr>
              <a:t>converter</a:t>
            </a:r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 (</a:t>
            </a:r>
            <a:r>
              <a:rPr lang="de-DE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pillow</a:t>
            </a:r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012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AA2100-EDBF-4CB0-ACB6-A7AE38E2E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979" y="3635534"/>
            <a:ext cx="3431221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7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14224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019175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RASPBERRY PI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300" y="1000125"/>
            <a:ext cx="9982200" cy="37433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Konstante Serverübertragung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Websocket über digital </a:t>
            </a:r>
            <a:r>
              <a:rPr lang="de-DE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environment</a:t>
            </a: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 </a:t>
            </a:r>
            <a:r>
              <a:rPr lang="de-DE" sz="32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intergriert</a:t>
            </a: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012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DA5C27-8F3A-4DF9-A035-707693657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94299" y="3287441"/>
            <a:ext cx="4035788" cy="404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22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14224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019175"/>
          </a:xfrm>
        </p:spPr>
        <p:txBody>
          <a:bodyPr/>
          <a:lstStyle/>
          <a:p>
            <a:pPr algn="l"/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FAZIT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384BB4-8876-43D9-B248-AFFD07956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150" y="1161415"/>
            <a:ext cx="9982200" cy="374332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Meinung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chemeClr val="bg1"/>
                </a:solidFill>
                <a:latin typeface="Berlin Sans FB" panose="020E0602020502020306" pitchFamily="34" charset="0"/>
              </a:rPr>
              <a:t>Zukünftige Ziele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sz="3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012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</p:spTree>
    <p:extLst>
      <p:ext uri="{BB962C8B-B14F-4D97-AF65-F5344CB8AC3E}">
        <p14:creationId xmlns:p14="http://schemas.microsoft.com/office/powerpoint/2010/main" val="461706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BAB251A-BFFC-4F27-916C-3E9F0501C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-142240"/>
            <a:ext cx="12484100" cy="714248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69F698B-303E-4CE0-AC3B-BF6C3EC00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7801"/>
            <a:ext cx="9144000" cy="2387600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DANKE FÜR </a:t>
            </a:r>
            <a:b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</a:br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IHRE AUFMERKSAMKEIT!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F340E5A-E77A-453D-83D1-84E766C4F923}"/>
              </a:ext>
            </a:extLst>
          </p:cNvPr>
          <p:cNvSpPr txBox="1">
            <a:spLocks/>
          </p:cNvSpPr>
          <p:nvPr/>
        </p:nvSpPr>
        <p:spPr>
          <a:xfrm>
            <a:off x="10264775" y="0"/>
            <a:ext cx="2457450" cy="690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Berlin Sans FB" panose="020E0602020502020306" pitchFamily="34" charset="0"/>
              </a:rPr>
              <a:t>4AHEL</a:t>
            </a:r>
          </a:p>
        </p:txBody>
      </p:sp>
    </p:spTree>
    <p:extLst>
      <p:ext uri="{BB962C8B-B14F-4D97-AF65-F5344CB8AC3E}">
        <p14:creationId xmlns:p14="http://schemas.microsoft.com/office/powerpoint/2010/main" val="259369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Breitbild</PresentationFormat>
  <Paragraphs>44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Berlin Sans FB</vt:lpstr>
      <vt:lpstr>Calibri</vt:lpstr>
      <vt:lpstr>Calibri Light</vt:lpstr>
      <vt:lpstr>Office</vt:lpstr>
      <vt:lpstr>Dynamisches  Verkehrszeichen </vt:lpstr>
      <vt:lpstr>INHALTSVERZEICHIS</vt:lpstr>
      <vt:lpstr>EINFÜHRUNG</vt:lpstr>
      <vt:lpstr>SERVER</vt:lpstr>
      <vt:lpstr>WEBSITE</vt:lpstr>
      <vt:lpstr>ESP32</vt:lpstr>
      <vt:lpstr>RASPBERRY PI</vt:lpstr>
      <vt:lpstr>FAZIT</vt:lpstr>
      <vt:lpstr>DANKE FÜR  IHRE AUFMERKSAMKEIT!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Dynamische Verkehrszeichen</dc:title>
  <dc:creator>Solecki Konrad</dc:creator>
  <cp:lastModifiedBy>Solecki Konrad</cp:lastModifiedBy>
  <cp:revision>18</cp:revision>
  <dcterms:created xsi:type="dcterms:W3CDTF">2025-02-21T09:21:09Z</dcterms:created>
  <dcterms:modified xsi:type="dcterms:W3CDTF">2025-02-21T13:55:15Z</dcterms:modified>
</cp:coreProperties>
</file>